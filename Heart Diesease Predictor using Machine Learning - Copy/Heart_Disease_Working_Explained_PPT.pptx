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Heart Disease Prediction – Working &amp;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Explanation of Model, Process &amp; Example Input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• This AI system predicts the possibility of heart disease.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The model used is Logistic Regression (simple &amp; explainable).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The system takes health inputs → converts them → predicts risk.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The model was trained using the Cleveland Heart Dataset (303 rows).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2. 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• Dataset: Cleveland Heart Disease Dataset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Total Rows: 303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Features (Inputs): Age, Sex, BP, Cholesterol, Chest Pain, ECG,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  Max Heart Rate, Exercise Angina, Oldpeak, ST Slope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Target (Output): 1 = Disease, 0 = Healthy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3. 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Step 1: User enters health details.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Step 2: Code converts text values (Male, TA, ST) into numbers.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Step 3: Data is scaled using StandardScaler.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Step 4: The trained model (best_model.pkl) predicts the result.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Step 5: Model gives probability and health suggestions.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4. How Inputs Are Converted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• Sex: Male → 1, Female → 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Chest Pain Type: ATA=0, NAP=1, ASY=2, TA=3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Resting ECG: Normal=0, LVH=1, ST=2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Exercise Angina: Y=1, N=0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ST Slope: Up=0, Flat=1, Down=2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These mapped values are used by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5. Example User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Age: 20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Sex: Male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Chest Pain Type: TA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BP: 160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Cholesterol: 240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Fasting Sugar: 1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Resting ECG: ST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MaxHR: 180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Exercise Angina: Y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Oldpeak: 2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ST Slope: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6. Converted Numerical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Age = 20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Sex = 1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ChestPainType (TA) = 3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RestBP = 160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Cholesterol = 240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FastingBS = 1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RestingECG (ST) = 2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MaxHR = 180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ExerciseAngina (Y) = 1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Oldpeak = 2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ST_Slope (Up) =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7. Prediction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• Scaled input goes to the model.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Model calculates probability using Logistic Regression.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Example: Probability = 65% (example scenario)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If probability &gt; 50% → High Risk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Else → Low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8. Health-Based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If BP &gt; 140 → High Blood Pressure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If Cholesterol &gt; 240 → High Cholesterol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If Oldpeak &gt; 2 → Risky ST Depression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If Angina = Y → Heart stress issue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System gives advice based on these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• The model is beginner-friendly and easy to understand.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Uses simple numerical mapping and Logistic Regression.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Works with real-world health indicators.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Predicts risk and gives basic guidance.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Presented by: MD HABIB ALAM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ID: 231003003041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